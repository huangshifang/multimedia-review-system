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5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多媒体作品评审系统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AADD"/>
                </a:solidFill>
              </a:defRPr>
            </a:pPr>
            <a:r>
              <a:t>Multimedia Review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108960"/>
            <a:ext cx="3017520" cy="27432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B8D"/>
                </a:solidFill>
              </a:defRPr>
            </a:pPr>
            <a:r>
              <a:t>一站式多媒体作品在线评选平台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6B88"/>
                </a:solidFill>
              </a:defRPr>
            </a:pPr>
            <a:r>
              <a:t>B/S 架构 · 多角色协作 · 安全可靠 · 自动化排名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5577"/>
                </a:solidFill>
              </a:defRPr>
            </a:pPr>
            <a:r>
              <a:t>Spring Boot + React + Docker 技术栈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</a:defRPr>
            </a:pPr>
            <a:r>
              <a:t>核心能力一览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</a:defRPr>
            </a:pPr>
            <a:r>
              <a:t>多媒体作品评审系统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</a:defRPr>
            </a:pPr>
            <a:r>
              <a:t>Multimedia Review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</a:defRPr>
            </a:pPr>
            <a:r>
              <a:t>全流程管理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</a:defRPr>
            </a:pPr>
            <a:r>
              <a:t>比赛创建 → 配置发布 → 在线评分 → 自动排名 → 报表打印</a:t>
            </a:r>
            <a:br/>
            <a:r>
              <a:t>覆盖评审全生命周期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64592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64592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86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</a:defRPr>
            </a:pPr>
            <a:r>
              <a:t>三角色协作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</a:defRPr>
            </a:pPr>
            <a:r>
              <a:t>管理员（赛事管控）· 评委（匿名评分）· 选手（作品上传）</a:t>
            </a:r>
            <a:br/>
            <a:r>
              <a:t>权限矩阵精确控制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</a:defRPr>
            </a:pPr>
            <a:r>
              <a:t>多媒体支持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</a:defRPr>
            </a:pPr>
            <a:r>
              <a:t>图片·文档·视频·音频 四大类别</a:t>
            </a:r>
            <a:br/>
            <a:r>
              <a:t>支持 28+ 种文件扩展名在线预览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64592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52560" y="164592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286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</a:defRPr>
            </a:pPr>
            <a:r>
              <a:t>安全防护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97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</a:defRPr>
            </a:pPr>
            <a:r>
              <a:t>JWT 双因子认证 + 可执行文件黑名单</a:t>
            </a:r>
            <a:br/>
            <a:r>
              <a:t>40种危险格式主动拦截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110642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A17"/>
                </a:solidFill>
              </a:defRPr>
            </a:pPr>
            <a:r>
              <a:t>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</a:defRPr>
            </a:pPr>
            <a:r>
              <a:t>技术架构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</a:defRPr>
            </a:pPr>
            <a:r>
              <a:t>后端：Spring Boot 3.2.5 + Spring Security + JPA + H2/MySQL</a:t>
            </a:r>
            <a:br/>
            <a:r>
              <a:t>前端：React 18 + TypeScript + Ant Design 5 + Vite</a:t>
            </a:r>
            <a:br/>
            <a:r>
              <a:t>部署：Docker Compose 一键编排，支持离线部署包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角色与工作流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</a:defRPr>
            </a:pPr>
            <a:r>
              <a:t>管理员 · 评委 · 选手 三端协同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</a:defRPr>
            </a:pPr>
            <a:r>
              <a:t>多媒体作品评审系统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</a:defRPr>
            </a:pPr>
            <a:r>
              <a:t>Multimedia Review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118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6118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</a:defRPr>
            </a:pPr>
            <a:r>
              <a:t>管理员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创建比赛，设置名次与名额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添加参评人，关联选手账号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912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分配评委到比赛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6674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控制比赛流程（开始/结束）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上传参评人作品文件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查看排名报表，打印排名表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554480"/>
            <a:ext cx="36118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1554480"/>
            <a:ext cx="3611880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946D"/>
                </a:solidFill>
              </a:defRPr>
            </a:pPr>
            <a:r>
              <a:t>评委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240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查看分配给自己的比赛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157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在线预览参评人作品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1912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匿名评分（0-100分）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66674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限时可修改评分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图片/视频/音频/文档均可预览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评分期间相互不可见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554480"/>
            <a:ext cx="36118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1554480"/>
            <a:ext cx="361188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A17"/>
                </a:solidFill>
              </a:defRPr>
            </a:pPr>
            <a:r>
              <a:t>选手 PARTICIPANT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查看自己被关联的比赛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7157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自主上传作品文件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1912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支持图片/文档/视频/音频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66674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在线预览已上传作品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删除/替换作品文件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617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查看比赛结果排名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多媒体文件支持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</a:defRPr>
            </a:pPr>
            <a:r>
              <a:t>28+ 种格式 · 在线预览 · 安全防护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</a:defRPr>
            </a:pPr>
            <a:r>
              <a:t>多媒体作品评审系统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</a:defRPr>
            </a:pPr>
            <a:r>
              <a:t>Multimedia Review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26974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🖼 图片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t>jpg        jpeg        png        gif</a:t>
            </a:r>
            <a:br/>
            <a:r>
              <a:t>bmp        webp        svg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</a:defRPr>
            </a:pPr>
            <a:r>
              <a:t>大小限制：≤ 20 MB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6459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645920"/>
            <a:ext cx="2697480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946D"/>
                </a:solidFill>
              </a:defRPr>
            </a:pPr>
            <a:r>
              <a:t>📄 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t>txt        doc        docx        pdf</a:t>
            </a:r>
            <a:br/>
            <a:r>
              <a:t>xls        xlsx        ppt        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</a:defRPr>
            </a:pPr>
            <a:r>
              <a:t>大小限制：≤ 10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645920"/>
            <a:ext cx="269748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A17"/>
                </a:solidFill>
              </a:defRPr>
            </a:pPr>
            <a:r>
              <a:t>🎬 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t>mp4        mov        avi        mkv</a:t>
            </a:r>
            <a:br/>
            <a:r>
              <a:t>wmv        flv        webm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57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</a:defRPr>
            </a:pPr>
            <a:r>
              <a:t>大小限制：≤ 500 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6459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1645920"/>
            <a:ext cx="2697480" cy="54864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24AA"/>
                </a:solidFill>
              </a:defRPr>
            </a:pPr>
            <a:r>
              <a:t>🎵 音频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t>mp3        wav        aac        flac</a:t>
            </a:r>
            <a:br/>
            <a:r>
              <a:t>ogg        wma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57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</a:defRPr>
            </a:pPr>
            <a:r>
              <a:t>大小限制：≤ 50 MB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47120" cy="54864"/>
          </a:xfrm>
          <a:prstGeom prst="rect">
            <a:avLst/>
          </a:prstGeom>
          <a:solidFill>
            <a:srgbClr val="DC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352F"/>
                </a:solidFill>
              </a:defRPr>
            </a:pPr>
            <a:r>
              <a:t>🛡 安全拦截机制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黑名单拦截 40 种可执行/脚本文件：exe, bat, cmd, com, scr, msi, vbs, ps1, sh, py, rb, jar, dll, sys, apk ...</a:t>
            </a:r>
            <a:br/>
            <a:r>
              <a:t>所有上传文件先经黑名单检查，再通过白名单格式匹配，双层防护确保服务器安全。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评分与排名机制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</a:defRPr>
            </a:pPr>
            <a:r>
              <a:t>公平公正 · 自动化 · 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</a:defRPr>
            </a:pPr>
            <a:r>
              <a:t>多媒体作品评审系统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</a:defRPr>
            </a:pPr>
            <a:r>
              <a:t>Multimedia Review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6692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评分流程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1.  评委独立匿名评分（0-100分，支持一位小数）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054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2.  提交后限时修改（默认10分钟，管理员可配）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3.  超时自动锁定，不可再修改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4.  评分期间评委互不可见评分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去极值算法：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5993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评委 &gt;= 3人：去掉一个最高分和一个最低分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评委 &lt; 3人：所有分数直接取平均值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926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同分处理：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系统自动检测同分参评人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14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管理员可发起复评轮次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946D"/>
                </a:solidFill>
              </a:defRPr>
            </a:pPr>
            <a:r>
              <a:t>排名与报表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按平均分降序排列，依次分配名次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5054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名次名额由管理员创建比赛时设定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163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最后一名名额自动计算避免越界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381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排名报表功能：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490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实时展示当前排名（评分中可预览）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5993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比赛结束后自动生成最终排名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3708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每位参评人可查看所有评委评分明细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显示最高分/最低分/有效分/计算过程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992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  • 一键打印正式排名表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技术架构 &amp; 部署方案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</a:defRPr>
            </a:pPr>
            <a:r>
              <a:t>Spring Boot + React +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</a:defRPr>
            </a:pPr>
            <a:r>
              <a:t>多媒体作品评审系统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</a:defRPr>
            </a:pPr>
            <a:r>
              <a:t>Multimedia Review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🌐 前端层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React 18 + TypeScript</a:t>
            </a:r>
            <a:br/>
            <a:r>
              <a:t>Ant Design 5 UI</a:t>
            </a:r>
            <a:br/>
            <a:r>
              <a:t>Vite 构建工具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4864" cy="1005840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946D"/>
                </a:solidFill>
              </a:defRPr>
            </a:pPr>
            <a:r>
              <a:t>🔧 后端层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34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Spring Boot 3.2.5</a:t>
            </a:r>
            <a:br/>
            <a:r>
              <a:t>Spring Security + JWT</a:t>
            </a:r>
            <a:br/>
            <a:r>
              <a:t>Spring Data JPA + Hibernate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4864" cy="10058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</a:defRPr>
            </a:pPr>
            <a:r>
              <a:t>🗄 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023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H2 (开发模式)</a:t>
            </a:r>
            <a:br/>
            <a:r>
              <a:t>MySQL (生产模式)</a:t>
            </a:r>
            <a:br/>
            <a:r>
              <a:t>文件系统存储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54864" cy="1005840"/>
          </a:xfrm>
          <a:prstGeom prst="rect">
            <a:avLst/>
          </a:prstGeom>
          <a:solidFill>
            <a:srgbClr val="DC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2F"/>
                </a:solidFill>
              </a:defRPr>
            </a:pPr>
            <a:r>
              <a:t>📦 部署层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212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2A43"/>
                </a:solidFill>
              </a:defRPr>
            </a:pPr>
            <a:r>
              <a:t>Docker Compose</a:t>
            </a:r>
            <a:br/>
            <a:r>
              <a:t>Nginx 反向代理</a:t>
            </a:r>
            <a:br/>
            <a:r>
              <a:t>离线部署包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54864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一键部署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194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1.  Docker Compose 编排双容器（后端 + 前端）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700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2.  Nginx 统一入口，API 反向代理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1455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3.  前后端分离，独立扩容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2102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4.  支持 Windows / Linux / macOS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965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5.  离线部署包一键安装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72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6.  数据卷持久化，重启不丢数据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474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2A43"/>
                </a:solidFill>
              </a:defRPr>
            </a:pPr>
            <a:r>
              <a:t>  7.  支持 H2 快速启动 或 MySQL 生产部署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9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产品优势总结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651760" cy="2377440"/>
          </a:xfrm>
          <a:prstGeom prst="rect">
            <a:avLst/>
          </a:prstGeom>
          <a:solidFill>
            <a:srgbClr val="1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946D"/>
                </a:solidFill>
              </a:defRPr>
            </a:pPr>
            <a:r>
              <a:t>📊  全流程闭环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</a:defRPr>
            </a:pPr>
            <a:r>
              <a:t>创建 → 配置 → 评分 → 排名 → 报表</a:t>
            </a:r>
            <a:br/>
            <a:r>
              <a:t>覆盖评审业务全流程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03120"/>
            <a:ext cx="2651760" cy="2377440"/>
          </a:xfrm>
          <a:prstGeom prst="rect">
            <a:avLst/>
          </a:prstGeom>
          <a:solidFill>
            <a:srgbClr val="1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946D"/>
                </a:solidFill>
              </a:defRPr>
            </a:pPr>
            <a:r>
              <a:t>📱  在线化运作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</a:defRPr>
            </a:pPr>
            <a:r>
              <a:t>B/S 架构，浏览器即用</a:t>
            </a:r>
            <a:br/>
            <a:r>
              <a:t>无需安装任何客户端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103120"/>
            <a:ext cx="2651760" cy="2377440"/>
          </a:xfrm>
          <a:prstGeom prst="rect">
            <a:avLst/>
          </a:prstGeom>
          <a:solidFill>
            <a:srgbClr val="1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19" y="2240280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946D"/>
                </a:solidFill>
              </a:defRPr>
            </a:pPr>
            <a:r>
              <a:rPr dirty="0"/>
              <a:t>🎨  多媒体原生支持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19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</a:defRPr>
            </a:pPr>
            <a:r>
              <a:t>图片/视频/音频/文档在线预览</a:t>
            </a:r>
            <a:br/>
            <a:r>
              <a:t>评委一站式完成评审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19" y="2103120"/>
            <a:ext cx="2651760" cy="2377440"/>
          </a:xfrm>
          <a:prstGeom prst="rect">
            <a:avLst/>
          </a:prstGeom>
          <a:solidFill>
            <a:srgbClr val="18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79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946D"/>
                </a:solidFill>
              </a:defRPr>
            </a:pPr>
            <a:r>
              <a:t>🔒  安全可靠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79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</a:defRPr>
            </a:pPr>
            <a:r>
              <a:rPr dirty="0"/>
              <a:t>JWT + 角色权限矩阵 + 文件黑名单</a:t>
            </a:r>
            <a:br>
              <a:rPr dirty="0"/>
            </a:br>
            <a:r>
              <a:rPr dirty="0"/>
              <a:t>多层安全防护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946D"/>
                </a:solidFill>
              </a:defRPr>
            </a:pPr>
            <a:r>
              <a:t>让评审更专业  ·  让作品被看见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</a:defRPr>
            </a:pPr>
            <a:r>
              <a:t>多媒体作品评审系统  |  Multimedia Review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584</Words>
  <Application>Microsoft Office PowerPoint</Application>
  <PresentationFormat>宽屏</PresentationFormat>
  <Paragraphs>123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Huang Shi Fang (黄世昉)</cp:lastModifiedBy>
  <cp:revision>5</cp:revision>
  <dcterms:created xsi:type="dcterms:W3CDTF">2013-01-27T09:14:16Z</dcterms:created>
  <dcterms:modified xsi:type="dcterms:W3CDTF">2026-05-22T12:27:45Z</dcterms:modified>
  <cp:category/>
</cp:coreProperties>
</file>